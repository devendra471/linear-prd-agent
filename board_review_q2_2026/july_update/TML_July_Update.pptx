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Manrope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Manrope-regular.fntdata"/><Relationship Id="rId8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6cf35fc61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g3f6cf35fc6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4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58" name="Google Shape;58;p1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9" name="Google Shape;59;p1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228600" y="155000"/>
            <a:ext cx="7899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Product &amp; Tech Updates  —  Carrier Matching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228600" y="455000"/>
            <a:ext cx="8300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Steady Momentum; Pedal on Inventory Quality and Demand Fulfilment</a:t>
            </a:r>
            <a:endParaRPr b="1" i="1" sz="1200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1" sz="1000" u="none" cap="none" strike="noStrike">
              <a:solidFill>
                <a:srgbClr val="6B748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1768600" y="690000"/>
            <a:ext cx="25560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JUN–JUL PROGRESS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4388600" y="690000"/>
            <a:ext cx="23160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TREND  (</a:t>
            </a:r>
            <a:r>
              <a:rPr b="1" lang="en" sz="95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Apr</a:t>
            </a: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–Ju</a:t>
            </a:r>
            <a:r>
              <a:rPr b="1" lang="en" sz="95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l</a:t>
            </a: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'26)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6768600" y="690000"/>
            <a:ext cx="21228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NEXT</a:t>
            </a:r>
            <a:r>
              <a:rPr b="1" lang="en" sz="95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 Focus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4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fmla="val 8000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292600" y="1115587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Drive FO App to 1,000 DAU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1792600" y="1064574"/>
            <a:ext cx="24921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Improved </a:t>
            </a: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 load experience</a:t>
            </a: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 for FOs based on vehicle location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Visibility for payment deductions, My bids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Customer support on App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DAU 271 → 298 (+10%); MAU 1,377 → 1,573 (+14%)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6792600" y="1045338"/>
            <a:ext cx="2058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Drive towards 500 DAU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Build Trip payment statement </a:t>
            </a: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+ load discovery</a:t>
            </a: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 for workable lanes only 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&gt; Request for advance directly from App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292600" y="1869587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Improve demand fulfilment to 25%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1792600" y="1927899"/>
            <a:ext cx="2492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Relevant inventory matching against demands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Simplify the placement experience in CRM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6792600" y="1887787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Push </a:t>
            </a: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placeable fulfilment to 20% on network lanes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292600" y="2578000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Increase inventory by 50% (1,500/mo)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792600" y="2578605"/>
            <a:ext cx="2492100" cy="67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Enabled  automated inventory creation via Agentic AI  in multi-lang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Multiple refinements to get quality inventory from  engaged FOs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AI drives ~65% of inventory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792600" y="2701135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›  Focus inventory creation on network lane to 1500/mo inventory</a:t>
            </a:r>
            <a:endParaRPr b="0" i="0" sz="819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0" name="Google Shape;80;p14"/>
          <p:cNvSpPr/>
          <p:nvPr/>
        </p:nvSpPr>
        <p:spPr>
          <a:xfrm>
            <a:off x="4550698" y="3316744"/>
            <a:ext cx="2058900" cy="738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37160" lvl="0" marL="13716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~</a:t>
            </a: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20%</a:t>
            </a: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 reduction in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ctr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City Team resource cost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292600" y="3437604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Cost to serve reduction by 50%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1792600" y="3390854"/>
            <a:ext cx="2492100" cy="38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Automated Vahan verification &amp; journey updates in LSP WhatsApp group, 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Automated SIM-consent via AI 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4"/>
          <p:cNvSpPr txBox="1"/>
          <p:nvPr/>
        </p:nvSpPr>
        <p:spPr>
          <a:xfrm>
            <a:off x="6792600" y="3307338"/>
            <a:ext cx="2058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FO document collection via 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Transit-delay detection &amp; automated follow up with LSP / FO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&gt;  Automate TDS calculation 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4" name="Google Shape;84;p14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4"/>
          <p:cNvSpPr txBox="1"/>
          <p:nvPr/>
        </p:nvSpPr>
        <p:spPr>
          <a:xfrm>
            <a:off x="292600" y="4086000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Ledger automation for compliance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4"/>
          <p:cNvSpPr txBox="1"/>
          <p:nvPr/>
        </p:nvSpPr>
        <p:spPr>
          <a:xfrm>
            <a:off x="1792600" y="4356931"/>
            <a:ext cx="2492100" cy="12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Design and Build  trip-level &amp; party-level ledger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6792600" y="4209135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Wallet-based auto-reconciliation across trips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228600" y="3294438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242400" y="705775"/>
            <a:ext cx="14919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Project Goal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Picture 92" descr="j_row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400" y="2583000"/>
            <a:ext cx="2196200" cy="648000"/>
          </a:xfrm>
          <a:prstGeom prst="rect">
            <a:avLst/>
          </a:prstGeom>
        </p:spPr>
      </p:pic>
      <p:pic>
        <p:nvPicPr>
          <p:cNvPr id="94" name="Picture 93" descr="j_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pic>
        <p:nvPicPr>
          <p:cNvPr id="95" name="Picture 94" descr="j_row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79504" y="1838218"/>
            <a:ext cx="1652701" cy="712008"/>
          </a:xfrm>
          <a:prstGeom prst="rect">
            <a:avLst/>
          </a:prstGeom>
        </p:spPr>
      </p:pic>
      <p:pic>
        <p:nvPicPr>
          <p:cNvPr id="96" name="Picture 95" descr="j_row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56000" y="1018777"/>
            <a:ext cx="1765309" cy="73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