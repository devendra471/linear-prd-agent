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271 (+52%); crossed 270/day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1,377 (+34%);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11.2% → 17.1%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