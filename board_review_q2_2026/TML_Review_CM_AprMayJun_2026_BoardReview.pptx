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(Jan–Jun'26)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1850" y="1075000"/>
            <a:ext cx="1633500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0171" y="3337000"/>
            <a:ext cx="1596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