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2"/>
    <p:sldId id="259" r:id="rId13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Key Challenges — Scaling the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System-generated supply is actioned last — CRM inventory, FO App bids &amp; bot demands need priority &amp; SLA decisions from leadership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06000"/>
            <a:ext cx="1726000" cy="286000"/>
          </a:xfrm>
          <a:prstGeom prst="roundRect">
            <a:avLst>
              <a:gd name="adj" fmla="val 9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600" y="706000"/>
            <a:ext cx="168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8600" y="706000"/>
            <a:ext cx="3836000" cy="286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4600" y="706000"/>
            <a:ext cx="379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8600" y="706000"/>
            <a:ext cx="3052800" cy="286000"/>
          </a:xfrm>
          <a:prstGeom prst="roundRect">
            <a:avLst>
              <a:gd name="adj" fmla="val 9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4600" y="706000"/>
            <a:ext cx="30068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KEY QUESTIONS FOR LEADERSHIP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040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600" y="1080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1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CRM inventory prioritisation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How should CRM-generated inventory be prioritised?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600" y="1074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~1,300 CRM inventories/month (incl. ~800 Power-Lane), but conversions stay under 50/month. The fulfilment team clears its own + central-team inventory first; by the time it reaches system-generated CRM inventory, the load is usually already placed externally (CRM inventory is collected in the morning).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600" y="1074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CRM inventory get equal priority in the workflow, not the last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SLA / process ensures it is actioned before the demand is fulfilled elsewhere?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2287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600" y="2327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2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FO App bids not acted upon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are FO App bids not being acted upon?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2600" y="2321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We receive 30–55 FO App bids/day, but only 1–2 are converted — and 0 conversions in the last week. As with CRM inventory, the team focuses on manual + central inventory first; by the time app bids are reviewed, the demands have often already been fulfilled.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2600" y="2321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FO App bids have a defined response SLA / priority, so they are reviewed before demand is fulfilled through other channels?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3534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600" y="3574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3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Bot-created demand actionability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is there low actionability on bot-created demands?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600" y="3568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On power lanes, manually-created demands convert at 18% vs only 3% for bot-created demands. Bot-created demand is clearly not getting priority, while the team continues to focus on manually-created demands.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600" y="3568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bot-created demands sit in the primary fulfilment queue, not a secondary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business-process changes ensure bot demands are acted on before they go stale?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3-Month Execution Plan — Carrier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Scale revenue to ₹1.2 Cr/month by Sept · cut cost base 50%    |    Q2 exit: DAU → 500 · conversion → 20% · MS+FinOps −30%   (25% / 50% = FY27)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3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0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26815C"/>
                </a:solidFill>
                <a:latin typeface="Manrope"/>
                <a:cs typeface="Manrope"/>
              </a:rPr>
              <a:t>Fulfilment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4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9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0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C77D0A"/>
                </a:solidFill>
                <a:latin typeface="Manrope"/>
                <a:cs typeface="Manrope"/>
              </a:rPr>
              <a:t>Reduce Ops Bandwidth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0000" y="712000"/>
            <a:ext cx="36654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E4C63"/>
                </a:solidFill>
                <a:latin typeface="Manrope"/>
                <a:cs typeface="Manrope"/>
              </a:rPr>
              <a:t>Network-lane conversion: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Apr 13.7% → May 11.2% → Jun 17.1%  →  Q2 exit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600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JULY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12 stories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600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00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Stand up the trip-level payment ledger — immutable Net Payable/Receivable record, wallet-based overpayment settlement, and automated TDS (capture, calculate &amp; reverse).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600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4600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600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Act on demand faster — lane-based agent auto-assignment, Demand-Bot context building, and near-match inventory with match-quality on the demand list.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8600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84600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00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Let FOs reach the PSA directly for placement from the app (PSA number in-app).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600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4600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600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ops — advance payments for Gold/Silver FOs, pre-transit SIM-consent collection, and transit-delay detection &amp; escalation.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39533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139533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19533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AUGUST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11 stories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95533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9533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4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Take Ledger Phase-1 to production and bring finance into the FO App — 3-yr trip statement, trip-level TDS rate, and self-serve TDS declaration.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09533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195533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9533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Prioritise placeable demand — auto CRM alerts, Demand-Actionability-Score sorting, vehicle heat-map, auto tracking-master updates, and in-CRM calling with callbacks.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09533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95533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79533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Extend ticketing to FOs not on the app via WhatsApp / IVR / agent.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33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195533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79533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Auto-share the loading location to drivers over call + WhatsApp.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50466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50466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0466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SEPTEMBER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6 stories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06466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66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Add configurable LSP exposure limits with auto-disable on breach.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20466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06466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0466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Scale fulfilment — agentic-AI calling for agents and a live LSP / PSA-CSM / city target dashboard.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0466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106466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66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Capture trip charges directly in the FO App with an approval flow.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120466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106466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66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compliance-document generation and POD audit via OCR.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4340000"/>
            <a:ext cx="8686800" cy="530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8600" y="4374000"/>
            <a:ext cx="8506800" cy="4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Notes for leadership 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Q2 exit targets: DAU → 500 · network-lane conversion → 20% · MS+FinOps bandwidth −30%  (25% / 50% are FY27 annual targets).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Network-lane conversion (Q1 FY27 actuals): Apr 13.7% → May 11.2% → Jun 17.1% — entering Q2 at ~17%, the plan above targets a 20% exit.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